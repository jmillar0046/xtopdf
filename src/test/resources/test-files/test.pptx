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270000" y="1270000"/>
            <a:ext cx="508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Test Slide 1</a:t>
            </a:r>
            <a:endParaRPr lang="en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270000" y="1270000"/>
            <a:ext cx="508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b="true" i="true" sz="2400"/>
              <a:t>Formatted Text</a:t>
            </a:r>
            <a:endParaRPr lang="en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270000" y="1270000"/>
            <a:ext cx="508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b="true"/>
              <a:t>Third Slide</a:t>
            </a:r>
            <a:endParaRPr lang="e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